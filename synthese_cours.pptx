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Synthèse Générée par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Spaceflight 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au rayonnement d'équilibre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Définition : Dans un milieu transparent non dispersif (indice 1), en équilibre thermique avec des corps opaques voisins, un rayonnement d'équilibre existe en chaque point.</a:t>
            </a:r>
          </a:p>
          <a:p>
            <a:pPr/>
            <a:r>
              <a:t>Caractéristiques : Intensité isotrope, ne dépend que de la longueur d'onde λ et de la température T.</a:t>
            </a:r>
          </a:p>
          <a:p>
            <a:pPr/>
            <a:r>
              <a:t>Cette notion est cruciale pour modéliser le transfert radiatif dans de nombreux contextes physiques (étoiles, atmosphères, etc.).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loi de Planck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Formule générale pour l'intensité monochromatique en fonction de λ :</a:t>
            </a:r>
          </a:p>
          <a:p>
            <a:pPr/>
            <a:r>
              <a:t>Io_λ(T) = (2hc²)/(λ⁵) * [1 / (exp(hc/(λkT)) - 1)]</a:t>
            </a:r>
          </a:p>
          <a:p>
            <a:pPr/>
            <a:r>
              <a:t>Formules équivalentes pour les variables spectrales en fonction de ν ou ˜ν.</a:t>
            </a:r>
          </a:p>
          <a:p>
            <a:pPr/>
            <a:r>
              <a:t>Cette loi décrit l'équilibre thermodynamique entre matière et rayonnement.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Différentes variables spectrales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Longueur d'onde λ : Io_λ(T) = (2hc²)/(λ⁵) * [1 / (exp(hc/(λkT)) - 1)]</a:t>
            </a:r>
          </a:p>
          <a:p>
            <a:pPr/>
            <a:r>
              <a:t>Fréquence ν : Io_ν(T) = (2hν³c⁻²) / [exp(hν/(kT)) - 1]</a:t>
            </a:r>
          </a:p>
          <a:p>
            <a:pPr/>
            <a:r>
              <a:t>Longueur d'onde effective ˜ν : Io_˜ν(T) = (2hc²)/(˜ν³) * [1 / (exp(hc/(˜νkT)) - 1)]</a:t>
            </a:r>
          </a:p>
          <a:p>
            <a:pPr/>
            <a:r>
              <a:t>Chaque formulation permet d'étudier le rayonnement selon la variable la plus adaptée.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Phénomène d'équilibre : Loi de Wien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loi de Wien décrit l'existence d'un maximum d'intensité pour une température donnée.</a:t>
            </a:r>
          </a:p>
          <a:p>
            <a:pPr/>
            <a:r>
              <a:t>Le maximum se déplace vers les courtes longueurs d'onde lorsque la température augmente (T max = constante).</a:t>
            </a:r>
          </a:p>
          <a:p>
            <a:pPr/>
            <a:r>
              <a:t>Cette relation complémente la loi de Planck pour caractériser le rayonnement d'équilibre.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Approches hors-équilibre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rayonnement d'équilibre décrit un état très particulier où matière et rayonnement sont en équilibre.</a:t>
            </a:r>
          </a:p>
          <a:p>
            <a:pPr/>
            <a:r>
              <a:t>Dans de nombreux problèmes physiques (étoiles, atmosphères, propulsion), le système n'est pas en équilibre.</a:t>
            </a:r>
          </a:p>
          <a:p>
            <a:pPr/>
            <a:r>
              <a:t>Ces situations nécessitent l'utilisation de modèles plus complexes (multi-espèces, multi-température, approches par niveaux).</a:t>
            </a:r>
          </a:p>
          <a:p>
            <a:pPr/>
            <a:r>
              <a:t>La compréhension du rayonnement d'équilibre est donc un cas limite fondamental.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