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Synthèse Générée par 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Spaceflight 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Effet Gertsenshtein : Conversion Ondes Gravitationnelles/Electromagnétiques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Phénomène de conversion entre ondes électromagnétiques (EM) et ondes gravitationnelles (GW) via un champ magnétique externe.</a:t>
            </a:r>
          </a:p>
          <a:p>
            <a:pPr/>
            <a:r>
              <a:t>Permet le mélange entre un champ de spin-1 (EM) et un champ de spin-2 (gravitationnel).</a:t>
            </a:r>
          </a:p>
          <a:p>
            <a:pPr/>
            <a:r>
              <a:t>Prédit par Gertsenshtein en 1972, ré- découvert par Freeman Dyson en 2005.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Mécanisme Physique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Conversion due à l'interaction axion-gravité via un champ magnétique externe.</a:t>
            </a:r>
          </a:p>
          <a:p>
            <a:pPr/>
            <a:r>
              <a:t>Le champ magnétique fournit le moment angulaire nécessaire pour le mélange.</a:t>
            </a:r>
          </a:p>
          <a:p>
            <a:pPr/>
            <a:r>
              <a:t>Le taux de conversion dépend fortement de l'intensité du champ magnétique.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Histoire et Développements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Prédiction initiale par Gertsenshtein (1972), négligée ensuite.</a:t>
            </a:r>
          </a:p>
          <a:p>
            <a:pPr/>
            <a:r>
              <a:t>Re-découverte par Dyson (2005) sans connaître le travail précédent.</a:t>
            </a:r>
          </a:p>
          <a:p>
            <a:pPr/>
            <a:r>
              <a:t>Contributions importantes : Boccaletti (1970s), calculs de section efficace par de Logi &amp; Mikelson.</a:t>
            </a:r>
          </a:p>
          <a:p>
            <a:pPr/>
            <a:r>
              <a:t>Approche originale de Dyson basée sur la séparation des équations d'onde.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Approche de Freeman Dyson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Méthode novatrice : décomposition des solutions des équations linéarisées de la relativité générale et de l'électromagnétisme.</a:t>
            </a:r>
          </a:p>
          <a:p>
            <a:pPr/>
            <a:r>
              <a:t>Pas directement lié aux axions, mais donne le même formalisme de calcul.</a:t>
            </a:r>
          </a:p>
          <a:p>
            <a:pPr/>
            <a:r>
              <a:t>Section 2 de l'article : présentation détaillée de cette méthode.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Perspectives et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L'effet Gertsenshtein reste un outil prometteur pour détecter les ondes gravitationnelles.</a:t>
            </a:r>
          </a:p>
          <a:p>
            <a:pPr/>
            <a:r>
              <a:t>Applications potentielles dans la physique des hautes énergies et cosmologie.</a:t>
            </a:r>
          </a:p>
          <a:p>
            <a:pPr/>
            <a:r>
              <a:t>Ce travail propose une nouvelle approche pour la dérivation du phénomène.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