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Synthèse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Caractéristiques du rayonnement thermique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 rayonnement thermique est l'émission de photons par un corps à température supérieure au zéro absolu.</a:t>
            </a:r>
          </a:p>
          <a:p>
            <a:pPr/>
            <a:r>
              <a:t>Il s'agit d'un rayonnement électromagnétique continu (large bande spectrale) lorsque la température est suffisante.</a:t>
            </a:r>
          </a:p>
          <a:p>
            <a:pPr/>
            <a:r>
              <a:t>Le principe physique repose sur les oscillations des atomes et molécules à l'intérieur du matériau.</a:t>
            </a:r>
          </a:p>
          <a:p>
            <a:pPr/>
            <a:r>
              <a:t>La loi de Planck décrit la répartition spectrale de l'intensité émise en fonction de la fréquence et de la température.</a:t>
            </a:r>
          </a:p>
          <a:p>
            <a:pPr/>
            <a:r>
              <a:t>La puissance totale émise est donnée par la loi de Stefan-Boltzmann.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Lien avec l'ionisation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 rayonnement thermique peut ioniser si sa fréquence est supérieure à une fréquence seuil νseuil (photon d'énergie hν &gt; E_seuil).</a:t>
            </a:r>
          </a:p>
          <a:p>
            <a:pPr/>
            <a:r>
              <a:t>La condition d'ionisation nécessite que l'énergie du photon dépasse l'énergie de liaison des électrons.</a:t>
            </a:r>
          </a:p>
          <a:p>
            <a:pPr/>
            <a:r>
              <a:t>Le rayonnement thermique étant continu, sa fréquence varie de 0 à l'infini, donc il peut potentiellement ioniser si la température est assez élevée.</a:t>
            </a:r>
          </a:p>
          <a:p>
            <a:pPr/>
            <a:r>
              <a:t>La probabilité d'ionisation dépend de la densité de photons à la fréquence seuil dans le spectre émis.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